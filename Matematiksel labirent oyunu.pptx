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Yazılı Panoramik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esim Sütu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13"/>
          <a:stretch/>
        </p:blipFill>
        <p:spPr>
          <a:xfrm>
            <a:off x="8000197" y="0"/>
            <a:ext cx="1603387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199"/>
          <a:stretch/>
        </p:blipFill>
        <p:spPr>
          <a:xfrm>
            <a:off x="8609012" y="6092866"/>
            <a:ext cx="993734" cy="76513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Matematiksel labirent oyunu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dirty="0" err="1" smtClean="0"/>
              <a:t>Yapımcı:Mehmet</a:t>
            </a:r>
            <a:r>
              <a:rPr lang="tr-TR" dirty="0" smtClean="0"/>
              <a:t> can </a:t>
            </a:r>
            <a:r>
              <a:rPr lang="tr-TR" dirty="0" err="1" smtClean="0"/>
              <a:t>sütsatan,ugur,mustafa,samet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6474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Matematiksel labirent oyunu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55889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dirty="0" smtClean="0">
                <a:latin typeface="Arial Black" panose="020B0A04020102020204" pitchFamily="34" charset="0"/>
              </a:rPr>
              <a:t>Labirent oyunlarında </a:t>
            </a:r>
            <a:r>
              <a:rPr lang="tr-TR" dirty="0" err="1" smtClean="0">
                <a:latin typeface="Arial Black" panose="020B0A04020102020204" pitchFamily="34" charset="0"/>
              </a:rPr>
              <a:t>genelikle</a:t>
            </a:r>
            <a:r>
              <a:rPr lang="tr-TR" dirty="0" smtClean="0">
                <a:latin typeface="Arial Black" panose="020B0A04020102020204" pitchFamily="34" charset="0"/>
              </a:rPr>
              <a:t> bir karakter (örneğin bir üçgen veya basit bir </a:t>
            </a:r>
            <a:r>
              <a:rPr lang="tr-TR" dirty="0" err="1" smtClean="0">
                <a:latin typeface="Arial Black" panose="020B0A04020102020204" pitchFamily="34" charset="0"/>
              </a:rPr>
              <a:t>sprite</a:t>
            </a:r>
            <a:r>
              <a:rPr lang="tr-TR" dirty="0" smtClean="0">
                <a:latin typeface="Arial Black" panose="020B0A04020102020204" pitchFamily="34" charset="0"/>
              </a:rPr>
              <a:t>)</a:t>
            </a:r>
          </a:p>
          <a:p>
            <a:pPr marL="0" indent="0">
              <a:buNone/>
            </a:pPr>
            <a:r>
              <a:rPr lang="tr-TR" dirty="0" smtClean="0">
                <a:latin typeface="Arial Black" panose="020B0A04020102020204" pitchFamily="34" charset="0"/>
              </a:rPr>
              <a:t>Soruları cevaplayarak çıkışa ulaşmaya </a:t>
            </a:r>
            <a:r>
              <a:rPr lang="tr-TR" dirty="0" err="1" smtClean="0">
                <a:latin typeface="Arial Black" panose="020B0A04020102020204" pitchFamily="34" charset="0"/>
              </a:rPr>
              <a:t>çalışır.Matematiksel</a:t>
            </a:r>
            <a:r>
              <a:rPr lang="tr-TR" dirty="0" smtClean="0">
                <a:latin typeface="Arial Black" panose="020B0A04020102020204" pitchFamily="34" charset="0"/>
              </a:rPr>
              <a:t> dokunuş şu şekilde ekleyebiliriz:</a:t>
            </a:r>
          </a:p>
          <a:p>
            <a:pPr marL="0" indent="0">
              <a:buNone/>
            </a:pPr>
            <a:r>
              <a:rPr lang="tr-TR" dirty="0" smtClean="0">
                <a:latin typeface="Arial Black" panose="020B0A04020102020204" pitchFamily="34" charset="0"/>
              </a:rPr>
              <a:t>Kapı kilit </a:t>
            </a:r>
            <a:r>
              <a:rPr lang="tr-TR" dirty="0" err="1" smtClean="0">
                <a:latin typeface="Arial Black" panose="020B0A04020102020204" pitchFamily="34" charset="0"/>
              </a:rPr>
              <a:t>sistemi:Labirent</a:t>
            </a:r>
            <a:r>
              <a:rPr lang="tr-TR" dirty="0" smtClean="0">
                <a:latin typeface="Arial Black" panose="020B0A04020102020204" pitchFamily="34" charset="0"/>
              </a:rPr>
              <a:t> içinde ilerlerken karşınıza kapılar </a:t>
            </a:r>
            <a:r>
              <a:rPr lang="tr-TR" dirty="0" err="1" smtClean="0">
                <a:latin typeface="Arial Black" panose="020B0A04020102020204" pitchFamily="34" charset="0"/>
              </a:rPr>
              <a:t>çıkar.kapının</a:t>
            </a:r>
            <a:r>
              <a:rPr lang="tr-TR" dirty="0" smtClean="0">
                <a:latin typeface="Arial Black" panose="020B0A04020102020204" pitchFamily="34" charset="0"/>
              </a:rPr>
              <a:t> üzerinde bir soru (örneğin:3+*5=20)</a:t>
            </a:r>
            <a:r>
              <a:rPr lang="tr-TR" dirty="0" err="1" smtClean="0">
                <a:latin typeface="Arial Black" panose="020B0A04020102020204" pitchFamily="34" charset="0"/>
              </a:rPr>
              <a:t>yazar.Doğru</a:t>
            </a:r>
            <a:r>
              <a:rPr lang="tr-TR" dirty="0" smtClean="0">
                <a:latin typeface="Arial Black" panose="020B0A04020102020204" pitchFamily="34" charset="0"/>
              </a:rPr>
              <a:t> cevabı bulup ilgili kapıdan geçmeniz </a:t>
            </a:r>
            <a:r>
              <a:rPr lang="tr-TR" dirty="0" err="1" smtClean="0">
                <a:latin typeface="Arial Black" panose="020B0A04020102020204" pitchFamily="34" charset="0"/>
              </a:rPr>
              <a:t>gerekir.yanlış</a:t>
            </a:r>
            <a:r>
              <a:rPr lang="tr-TR" dirty="0" smtClean="0">
                <a:latin typeface="Arial Black" panose="020B0A04020102020204" pitchFamily="34" charset="0"/>
              </a:rPr>
              <a:t> kapı sizin labirentin başına döndürür ve oyuna baştan başlarsınız:</a:t>
            </a:r>
          </a:p>
        </p:txBody>
      </p:sp>
    </p:spTree>
    <p:extLst>
      <p:ext uri="{BB962C8B-B14F-4D97-AF65-F5344CB8AC3E}">
        <p14:creationId xmlns:p14="http://schemas.microsoft.com/office/powerpoint/2010/main" val="3386869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Kodların yazılım </a:t>
            </a:r>
            <a:r>
              <a:rPr lang="tr-TR" dirty="0" err="1" smtClean="0"/>
              <a:t>süreçi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75201" y="1578133"/>
            <a:ext cx="8946541" cy="15168279"/>
          </a:xfrm>
        </p:spPr>
        <p:txBody>
          <a:bodyPr/>
          <a:lstStyle/>
          <a:p>
            <a:r>
              <a:rPr lang="tr-TR" dirty="0" smtClean="0"/>
              <a:t>Kodumuzun ilk olarak karakter hareketleri ve </a:t>
            </a:r>
            <a:r>
              <a:rPr lang="tr-TR" dirty="0" err="1" smtClean="0"/>
              <a:t>iler’geri’ilerliye</a:t>
            </a:r>
            <a:r>
              <a:rPr lang="tr-TR" dirty="0" smtClean="0"/>
              <a:t> bilmesi için (</a:t>
            </a:r>
            <a:r>
              <a:rPr lang="tr-TR" dirty="0" err="1" smtClean="0"/>
              <a:t>def,if,self,retrun</a:t>
            </a:r>
            <a:r>
              <a:rPr lang="tr-TR" dirty="0" smtClean="0"/>
              <a:t>) komutlarını kullandık ardından harita renkleri için</a:t>
            </a:r>
          </a:p>
          <a:p>
            <a:r>
              <a:rPr lang="tr-TR" dirty="0" smtClean="0"/>
              <a:t>Aşağıdaki renk komutlarını kullanmayı tercih ettik </a:t>
            </a:r>
            <a:endParaRPr lang="tr-TR" dirty="0"/>
          </a:p>
          <a:p>
            <a:endParaRPr lang="tr-TR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223614" y="3911556"/>
            <a:ext cx="4580793" cy="101566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hareket_et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dx, dy):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.state !=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"PLAYING"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return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nx, ny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.oyuncu_x + dx,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.oyuncu_y + dy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&lt;= nx &lt;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.boyut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&lt;= ny &lt;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.boyut: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h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.labirent[ny][nx]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if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h !=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'#'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endParaRPr kumimoji="0" lang="tr-TR" alt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984738" y="2978663"/>
            <a:ext cx="5846884" cy="129266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Renkler ve Ayarlar</a:t>
            </a:r>
            <a:b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WHITE, BLACK, GRAY =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255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255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255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),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),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128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128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128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DARK_GRAY, BLUE, GREEN =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64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64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64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),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52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152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219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),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46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204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113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RED, YELLOW, CYAN, GOLD =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231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76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60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),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241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196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15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),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26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188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156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), (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255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215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</a:t>
            </a:r>
            <a:b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/>
            </a:r>
            <a:b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SCREEN_WIDTH, SCREEN_HEIGHT, CELL_SIZE, FPS =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1000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700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40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60</a:t>
            </a:r>
            <a:br>
              <a:rPr kumimoji="0" lang="tr-TR" altLang="tr-TR" sz="10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endParaRPr kumimoji="0" lang="tr-TR" alt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094276" y="4323703"/>
            <a:ext cx="5460024" cy="252376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oyunu_sifirla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.labirent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.labirent_olustur()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.oyuncu_x,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.oyuncu_y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.eski_x,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.eski_y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.hedef_x,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.hedef_y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.boyut -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.boyut -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.puan,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.dogru_cevap,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.yanlis_cevap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.baslangic_zamani = time.time()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.ipucu_hakki,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.pas_gec_hakki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.cift_puan_aktif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False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.camera_x,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.camera_y =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   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.particles,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.user_input,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.current_question = [],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""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None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/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def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56A8F5"/>
                </a:solidFill>
                <a:effectLst/>
                <a:latin typeface="JetBrains Mono"/>
              </a:rPr>
              <a:t>labirent_olustur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):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lab = [[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'#'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_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.boyut)]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_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range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94558D"/>
                </a:solidFill>
                <a:effectLst/>
                <a:latin typeface="JetBrains Mono"/>
              </a:rPr>
              <a:t>self</a:t>
            </a:r>
            <a: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.boyut)]</a:t>
            </a:r>
            <a:br>
              <a:rPr kumimoji="0" lang="tr-TR" altLang="tr-TR" sz="10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endParaRPr kumimoji="0" lang="tr-TR" altLang="tr-T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512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Yapımcıların </a:t>
            </a:r>
            <a:r>
              <a:rPr lang="tr-TR" smtClean="0"/>
              <a:t>görevleri 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Mehmet Can (Başkan):</a:t>
            </a:r>
            <a:r>
              <a:rPr lang="tr-T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python</a:t>
            </a:r>
            <a:r>
              <a:rPr lang="tr-T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harita kodları </a:t>
            </a:r>
          </a:p>
          <a:p>
            <a:r>
              <a:rPr lang="tr-T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Samet:python</a:t>
            </a:r>
            <a:r>
              <a:rPr lang="tr-T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oyuncu kodlarını yazmak</a:t>
            </a:r>
          </a:p>
          <a:p>
            <a:r>
              <a:rPr lang="tr-T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Ugur:arayüz</a:t>
            </a:r>
            <a:r>
              <a:rPr lang="tr-T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tasarımı giriş</a:t>
            </a:r>
          </a:p>
          <a:p>
            <a:r>
              <a:rPr lang="tr-TR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Mustafa:arayüz</a:t>
            </a:r>
            <a:r>
              <a:rPr lang="tr-TR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tasarımı oyun başlat menüsü</a:t>
            </a:r>
            <a:endParaRPr lang="tr-T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6995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İy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108</TotalTime>
  <Words>400</Words>
  <Application>Microsoft Office PowerPoint</Application>
  <PresentationFormat>Geniş ekran</PresentationFormat>
  <Paragraphs>17</Paragraphs>
  <Slides>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Century Gothic</vt:lpstr>
      <vt:lpstr>JetBrains Mono</vt:lpstr>
      <vt:lpstr>Wingdings 3</vt:lpstr>
      <vt:lpstr>İyon</vt:lpstr>
      <vt:lpstr>Matematiksel labirent oyunu</vt:lpstr>
      <vt:lpstr>Matematiksel labirent oyunu</vt:lpstr>
      <vt:lpstr>Kodların yazılım süreçi</vt:lpstr>
      <vt:lpstr>Yapımcıların görevleri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Matematiksel labirent oyunu</dc:title>
  <dc:creator>ugur sütsatan</dc:creator>
  <cp:lastModifiedBy>ugur sütsatan</cp:lastModifiedBy>
  <cp:revision>10</cp:revision>
  <dcterms:created xsi:type="dcterms:W3CDTF">2026-02-19T14:38:14Z</dcterms:created>
  <dcterms:modified xsi:type="dcterms:W3CDTF">2026-03-16T13:16:44Z</dcterms:modified>
</cp:coreProperties>
</file>